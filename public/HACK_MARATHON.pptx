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8288000" cy="10287000"/>
  <p:notesSz cx="6858000" cy="9144000"/>
  <p:embeddedFontLst>
    <p:embeddedFont>
      <p:font typeface="Arial Bold" panose="020B0704020202020204" pitchFamily="34" charset="0"/>
      <p:regular r:id="rId10"/>
      <p:bold r:id="rId11"/>
    </p:embeddedFont>
    <p:embeddedFont>
      <p:font typeface="Bookman Old Style" panose="02050604050505020204" pitchFamily="18" charset="0"/>
      <p:regular r:id="rId12"/>
      <p:bold r:id="rId13"/>
      <p:italic r:id="rId14"/>
      <p:boldItalic r:id="rId15"/>
    </p:embeddedFont>
    <p:embeddedFont>
      <p:font typeface="Cambria" panose="02040503050406030204" pitchFamily="18" charset="0"/>
      <p:regular r:id="rId16"/>
      <p:bold r:id="rId17"/>
      <p:italic r:id="rId18"/>
      <p:boldItalic r:id="rId19"/>
    </p:embeddedFont>
    <p:embeddedFont>
      <p:font typeface="Cambria Bold" panose="02040803050406030204" pitchFamily="18" charset="0"/>
      <p:regular r:id="rId20"/>
      <p:bold r:id="rId21"/>
    </p:embeddedFont>
    <p:embeddedFont>
      <p:font typeface="Gadugi" panose="020B0502040204020203" pitchFamily="34" charset="0"/>
      <p:regular r:id="rId22"/>
      <p:bold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font" Target="fonts/font14.fntdata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font" Target="fonts/font13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21.12.2025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54843" y="3625444"/>
            <a:ext cx="14386127" cy="4715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2"/>
              </a:lnSpc>
            </a:pPr>
            <a:endParaRPr dirty="0"/>
          </a:p>
          <a:p>
            <a:pPr>
              <a:lnSpc>
                <a:spcPct val="150000"/>
              </a:lnSpc>
            </a:pPr>
            <a:r>
              <a:rPr lang="en-US" sz="3451" dirty="0">
                <a:solidFill>
                  <a:schemeClr val="tx2">
                    <a:lumMod val="75000"/>
                  </a:schemeClr>
                </a:solidFill>
                <a:latin typeface="Cambria"/>
                <a:ea typeface="Cambria"/>
                <a:cs typeface="Cambria"/>
                <a:sym typeface="Cambria"/>
              </a:rPr>
              <a:t>Problem Statement Title: </a:t>
            </a:r>
          </a:p>
          <a:p>
            <a:pPr algn="just">
              <a:lnSpc>
                <a:spcPts val="4313"/>
              </a:lnSpc>
            </a:pPr>
            <a:endParaRPr lang="en-US" sz="3451" dirty="0">
              <a:solidFill>
                <a:schemeClr val="tx2">
                  <a:lumMod val="75000"/>
                </a:schemeClr>
              </a:solidFill>
              <a:latin typeface="Cambria"/>
              <a:ea typeface="Cambria"/>
              <a:cs typeface="Cambria"/>
              <a:sym typeface="Cambria"/>
            </a:endParaRPr>
          </a:p>
          <a:p>
            <a:pPr algn="just">
              <a:lnSpc>
                <a:spcPts val="4313"/>
              </a:lnSpc>
            </a:pPr>
            <a:r>
              <a:rPr lang="en-US" sz="3451" dirty="0">
                <a:solidFill>
                  <a:schemeClr val="tx2">
                    <a:lumMod val="75000"/>
                  </a:schemeClr>
                </a:solidFill>
                <a:latin typeface="Cambria"/>
                <a:ea typeface="Cambria"/>
                <a:cs typeface="Cambria"/>
                <a:sym typeface="Cambria"/>
              </a:rPr>
              <a:t>Team Name: </a:t>
            </a:r>
          </a:p>
          <a:p>
            <a:pPr algn="just">
              <a:lnSpc>
                <a:spcPts val="4313"/>
              </a:lnSpc>
            </a:pPr>
            <a:endParaRPr lang="en-US" sz="3451" dirty="0">
              <a:solidFill>
                <a:schemeClr val="tx2">
                  <a:lumMod val="75000"/>
                </a:schemeClr>
              </a:solidFill>
              <a:latin typeface="Cambria"/>
              <a:ea typeface="Cambria"/>
              <a:cs typeface="Cambria"/>
              <a:sym typeface="Cambria"/>
            </a:endParaRPr>
          </a:p>
          <a:p>
            <a:pPr algn="l">
              <a:lnSpc>
                <a:spcPts val="4472"/>
              </a:lnSpc>
            </a:pPr>
            <a:r>
              <a:rPr lang="en-US" sz="3451" dirty="0">
                <a:solidFill>
                  <a:schemeClr val="tx2">
                    <a:lumMod val="75000"/>
                  </a:schemeClr>
                </a:solidFill>
                <a:latin typeface="Cambria"/>
                <a:ea typeface="Cambria"/>
                <a:cs typeface="Cambria"/>
                <a:sym typeface="Cambria"/>
              </a:rPr>
              <a:t>Team Leader Name: </a:t>
            </a:r>
          </a:p>
          <a:p>
            <a:pPr algn="l">
              <a:lnSpc>
                <a:spcPts val="4472"/>
              </a:lnSpc>
            </a:pPr>
            <a:endParaRPr lang="en-US" sz="3451" dirty="0">
              <a:solidFill>
                <a:schemeClr val="tx2">
                  <a:lumMod val="75000"/>
                </a:schemeClr>
              </a:solidFill>
              <a:latin typeface="Cambria"/>
              <a:ea typeface="Cambria"/>
              <a:cs typeface="Cambria"/>
              <a:sym typeface="Cambria"/>
            </a:endParaRPr>
          </a:p>
          <a:p>
            <a:pPr algn="l">
              <a:lnSpc>
                <a:spcPts val="4472"/>
              </a:lnSpc>
            </a:pPr>
            <a:r>
              <a:rPr lang="en-US" sz="3451" dirty="0">
                <a:solidFill>
                  <a:schemeClr val="tx2">
                    <a:lumMod val="75000"/>
                  </a:schemeClr>
                </a:solidFill>
                <a:latin typeface="Cambria"/>
                <a:ea typeface="Cambria"/>
                <a:cs typeface="Cambria"/>
                <a:sym typeface="Cambria"/>
              </a:rPr>
              <a:t>Institute Name: 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-25400" y="9624545"/>
            <a:ext cx="18288000" cy="862757"/>
            <a:chOff x="0" y="-66675"/>
            <a:chExt cx="4816593" cy="227228"/>
          </a:xfrm>
        </p:grpSpPr>
        <p:sp>
          <p:nvSpPr>
            <p:cNvPr id="13" name="Freeform 13"/>
            <p:cNvSpPr/>
            <p:nvPr/>
          </p:nvSpPr>
          <p:spPr>
            <a:xfrm>
              <a:off x="0" y="-43483"/>
              <a:ext cx="4816592" cy="160553"/>
            </a:xfrm>
            <a:custGeom>
              <a:avLst/>
              <a:gdLst/>
              <a:ahLst/>
              <a:cxnLst/>
              <a:rect l="l" t="t" r="r" b="b"/>
              <a:pathLst>
                <a:path w="4816592" h="160553">
                  <a:moveTo>
                    <a:pt x="0" y="0"/>
                  </a:moveTo>
                  <a:lnTo>
                    <a:pt x="4816592" y="0"/>
                  </a:lnTo>
                  <a:lnTo>
                    <a:pt x="4816592" y="160553"/>
                  </a:lnTo>
                  <a:lnTo>
                    <a:pt x="0" y="160553"/>
                  </a:lnTo>
                  <a:close/>
                </a:path>
              </a:pathLst>
            </a:custGeom>
            <a:solidFill>
              <a:srgbClr val="00B0F0"/>
            </a:solidFill>
          </p:spPr>
          <p:txBody>
            <a:bodyPr/>
            <a:lstStyle/>
            <a:p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66675"/>
              <a:ext cx="4816593" cy="2272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24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887373" y="2303200"/>
            <a:ext cx="17235300" cy="862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10"/>
              </a:lnSpc>
            </a:pPr>
            <a:r>
              <a:rPr lang="en-US" sz="4800" b="1" dirty="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Basic Details of the Team and Problem Statement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85345BA-7096-484F-A239-52B26CEC3918}"/>
              </a:ext>
            </a:extLst>
          </p:cNvPr>
          <p:cNvGrpSpPr/>
          <p:nvPr/>
        </p:nvGrpSpPr>
        <p:grpSpPr>
          <a:xfrm>
            <a:off x="915170" y="371808"/>
            <a:ext cx="15925800" cy="1756609"/>
            <a:chOff x="1233202" y="63364"/>
            <a:chExt cx="9469171" cy="1756609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299C7052-B16A-45A8-BAF1-58536DD8E6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33202" y="63364"/>
              <a:ext cx="9469171" cy="1476581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BB66071-320F-40F7-96E8-CC583DA962EC}"/>
                </a:ext>
              </a:extLst>
            </p:cNvPr>
            <p:cNvSpPr txBox="1"/>
            <p:nvPr/>
          </p:nvSpPr>
          <p:spPr>
            <a:xfrm>
              <a:off x="5038535" y="1296753"/>
              <a:ext cx="352451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800" b="1" dirty="0">
                  <a:highlight>
                    <a:srgbClr val="C0C0C0"/>
                  </a:highlight>
                  <a:latin typeface="Bookman Old Style" panose="02050604050505020204" pitchFamily="18" charset="0"/>
                </a:rPr>
                <a:t>HACK MARATHON </a:t>
              </a: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7B5F984E-05DE-43E8-BAB2-3DFA9C81E015}"/>
              </a:ext>
            </a:extLst>
          </p:cNvPr>
          <p:cNvSpPr txBox="1"/>
          <p:nvPr/>
        </p:nvSpPr>
        <p:spPr>
          <a:xfrm>
            <a:off x="6553200" y="9825354"/>
            <a:ext cx="9347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i="1" spc="600" dirty="0">
                <a:latin typeface="Gadugi" panose="020B0502040204020203" pitchFamily="34" charset="0"/>
                <a:ea typeface="Gadugi" panose="020B0502040204020203" pitchFamily="34" charset="0"/>
              </a:rPr>
              <a:t>HACK MARATHON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76301" flipV="1">
            <a:off x="1029715" y="1906598"/>
            <a:ext cx="6208271" cy="160327"/>
          </a:xfrm>
          <a:prstGeom prst="line">
            <a:avLst/>
          </a:prstGeom>
          <a:ln w="57150" cap="rnd">
            <a:solidFill>
              <a:schemeClr val="accent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1028699" y="920561"/>
            <a:ext cx="8301600" cy="913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7"/>
              </a:lnSpc>
            </a:pPr>
            <a:r>
              <a:rPr lang="en-US" sz="4800" b="1" dirty="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PROPOSED SOLUTION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192775" y="9647168"/>
            <a:ext cx="784800" cy="389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4"/>
              </a:lnSpc>
            </a:pPr>
            <a:r>
              <a:rPr lang="en-US" sz="2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0" y="9757543"/>
            <a:ext cx="18288000" cy="609600"/>
            <a:chOff x="0" y="0"/>
            <a:chExt cx="4816593" cy="160553"/>
          </a:xfrm>
          <a:solidFill>
            <a:srgbClr val="00B0F0"/>
          </a:solidFill>
        </p:grpSpPr>
        <p:sp>
          <p:nvSpPr>
            <p:cNvPr id="8" name="Freeform 8"/>
            <p:cNvSpPr/>
            <p:nvPr/>
          </p:nvSpPr>
          <p:spPr>
            <a:xfrm>
              <a:off x="0" y="0"/>
              <a:ext cx="4816592" cy="160553"/>
            </a:xfrm>
            <a:custGeom>
              <a:avLst/>
              <a:gdLst/>
              <a:ahLst/>
              <a:cxnLst/>
              <a:rect l="l" t="t" r="r" b="b"/>
              <a:pathLst>
                <a:path w="4816592" h="160553">
                  <a:moveTo>
                    <a:pt x="0" y="0"/>
                  </a:moveTo>
                  <a:lnTo>
                    <a:pt x="4816592" y="0"/>
                  </a:lnTo>
                  <a:lnTo>
                    <a:pt x="4816592" y="160553"/>
                  </a:lnTo>
                  <a:lnTo>
                    <a:pt x="0" y="16055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4816593" cy="22722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24"/>
                </a:lnSpc>
              </a:pPr>
              <a:endParaRPr>
                <a:highlight>
                  <a:srgbClr val="00FF00"/>
                </a:highlight>
              </a:endParaRP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E81E6DAC-B883-4E29-B54C-420C495A1B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25975" y="56961"/>
            <a:ext cx="2133600" cy="243839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4D2D815-BB3B-45A2-856A-6C0558777ECC}"/>
              </a:ext>
            </a:extLst>
          </p:cNvPr>
          <p:cNvSpPr txBox="1"/>
          <p:nvPr/>
        </p:nvSpPr>
        <p:spPr>
          <a:xfrm>
            <a:off x="6553200" y="9659868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i="1" spc="600" dirty="0">
                <a:latin typeface="Gadugi" panose="020B0502040204020203" pitchFamily="34" charset="0"/>
                <a:ea typeface="Gadugi" panose="020B0502040204020203" pitchFamily="34" charset="0"/>
              </a:rPr>
              <a:t>HACK MARATHON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28700" y="839003"/>
            <a:ext cx="5372100" cy="9137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697"/>
              </a:lnSpc>
            </a:pPr>
            <a:r>
              <a:rPr lang="en-US" sz="4800" b="1" dirty="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KEY FEATURES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192775" y="9647168"/>
            <a:ext cx="784800" cy="389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4"/>
              </a:lnSpc>
            </a:pPr>
            <a:r>
              <a:rPr lang="en-US" sz="2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-25400" y="9702800"/>
            <a:ext cx="18288000" cy="609600"/>
            <a:chOff x="0" y="0"/>
            <a:chExt cx="4816593" cy="160553"/>
          </a:xfrm>
          <a:solidFill>
            <a:srgbClr val="00B0F0"/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160553"/>
            </a:xfrm>
            <a:custGeom>
              <a:avLst/>
              <a:gdLst/>
              <a:ahLst/>
              <a:cxnLst/>
              <a:rect l="l" t="t" r="r" b="b"/>
              <a:pathLst>
                <a:path w="4816592" h="160553">
                  <a:moveTo>
                    <a:pt x="0" y="0"/>
                  </a:moveTo>
                  <a:lnTo>
                    <a:pt x="4816592" y="0"/>
                  </a:lnTo>
                  <a:lnTo>
                    <a:pt x="4816592" y="160553"/>
                  </a:lnTo>
                  <a:lnTo>
                    <a:pt x="0" y="16055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66675"/>
              <a:ext cx="4816593" cy="22722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24"/>
                </a:lnSpc>
              </a:pPr>
              <a:endParaRPr/>
            </a:p>
          </p:txBody>
        </p:sp>
      </p:grpSp>
      <p:sp>
        <p:nvSpPr>
          <p:cNvPr id="11" name="AutoShape 2">
            <a:extLst>
              <a:ext uri="{FF2B5EF4-FFF2-40B4-BE49-F238E27FC236}">
                <a16:creationId xmlns:a16="http://schemas.microsoft.com/office/drawing/2014/main" id="{FC68FF92-5F68-4F5E-BD2A-BD9D829B1BAC}"/>
              </a:ext>
            </a:extLst>
          </p:cNvPr>
          <p:cNvSpPr/>
          <p:nvPr/>
        </p:nvSpPr>
        <p:spPr>
          <a:xfrm rot="76301" flipV="1">
            <a:off x="1029343" y="1813990"/>
            <a:ext cx="5218414" cy="115842"/>
          </a:xfrm>
          <a:prstGeom prst="line">
            <a:avLst/>
          </a:prstGeom>
          <a:ln w="57150" cap="rnd">
            <a:solidFill>
              <a:schemeClr val="accent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EB90841-F148-47B2-9197-1A2DCFF61F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69375" y="114300"/>
            <a:ext cx="2133600" cy="243839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32D0C3B-8627-407A-A534-B8B7C2E191A8}"/>
              </a:ext>
            </a:extLst>
          </p:cNvPr>
          <p:cNvSpPr txBox="1"/>
          <p:nvPr/>
        </p:nvSpPr>
        <p:spPr>
          <a:xfrm>
            <a:off x="6553200" y="9660289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i="1" spc="600" dirty="0">
                <a:latin typeface="Gadugi" panose="020B0502040204020203" pitchFamily="34" charset="0"/>
                <a:ea typeface="Gadugi" panose="020B0502040204020203" pitchFamily="34" charset="0"/>
              </a:rPr>
              <a:t>HACK MARATHON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125311" y="785686"/>
            <a:ext cx="8671200" cy="774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52"/>
              </a:lnSpc>
            </a:pPr>
            <a:r>
              <a:rPr lang="en-US" sz="48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IMPACTS &amp; BENIFITS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289375" y="9639393"/>
            <a:ext cx="784800" cy="389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4"/>
              </a:lnSpc>
            </a:pPr>
            <a:r>
              <a:rPr lang="en-US" sz="2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0" y="9766300"/>
            <a:ext cx="18288000" cy="609600"/>
            <a:chOff x="0" y="0"/>
            <a:chExt cx="4816593" cy="160553"/>
          </a:xfrm>
          <a:solidFill>
            <a:srgbClr val="00B0F0"/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160553"/>
            </a:xfrm>
            <a:custGeom>
              <a:avLst/>
              <a:gdLst/>
              <a:ahLst/>
              <a:cxnLst/>
              <a:rect l="l" t="t" r="r" b="b"/>
              <a:pathLst>
                <a:path w="4816592" h="160553">
                  <a:moveTo>
                    <a:pt x="0" y="0"/>
                  </a:moveTo>
                  <a:lnTo>
                    <a:pt x="4816592" y="0"/>
                  </a:lnTo>
                  <a:lnTo>
                    <a:pt x="4816592" y="160553"/>
                  </a:lnTo>
                  <a:lnTo>
                    <a:pt x="0" y="16055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66675"/>
              <a:ext cx="4816593" cy="22722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24"/>
                </a:lnSpc>
              </a:pPr>
              <a:endParaRPr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9EC50B29-0DA4-42B7-93E2-FAB3C760BD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69375" y="114300"/>
            <a:ext cx="2133600" cy="2438399"/>
          </a:xfrm>
          <a:prstGeom prst="rect">
            <a:avLst/>
          </a:prstGeom>
        </p:spPr>
      </p:pic>
      <p:sp>
        <p:nvSpPr>
          <p:cNvPr id="12" name="AutoShape 2">
            <a:extLst>
              <a:ext uri="{FF2B5EF4-FFF2-40B4-BE49-F238E27FC236}">
                <a16:creationId xmlns:a16="http://schemas.microsoft.com/office/drawing/2014/main" id="{AA176DA4-7FBF-4E70-9649-96A4C2EBBD22}"/>
              </a:ext>
            </a:extLst>
          </p:cNvPr>
          <p:cNvSpPr/>
          <p:nvPr/>
        </p:nvSpPr>
        <p:spPr>
          <a:xfrm rot="76301" flipV="1">
            <a:off x="1126249" y="1618800"/>
            <a:ext cx="6188012" cy="153260"/>
          </a:xfrm>
          <a:prstGeom prst="line">
            <a:avLst/>
          </a:prstGeom>
          <a:ln w="57150" cap="rnd">
            <a:solidFill>
              <a:schemeClr val="accent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D84118-3CCD-4EF4-9660-899BFEAA71D8}"/>
              </a:ext>
            </a:extLst>
          </p:cNvPr>
          <p:cNvSpPr txBox="1"/>
          <p:nvPr/>
        </p:nvSpPr>
        <p:spPr>
          <a:xfrm>
            <a:off x="6477000" y="9682911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i="1" spc="600" dirty="0">
                <a:latin typeface="Gadugi" panose="020B0502040204020203" pitchFamily="34" charset="0"/>
                <a:ea typeface="Gadugi" panose="020B0502040204020203" pitchFamily="34" charset="0"/>
              </a:rPr>
              <a:t>HACK MARATHON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125311" y="785686"/>
            <a:ext cx="8671200" cy="748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52"/>
              </a:lnSpc>
            </a:pPr>
            <a:r>
              <a:rPr lang="en-US" sz="39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TECHNOLOGY &amp; STACK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289375" y="9639393"/>
            <a:ext cx="784800" cy="389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4"/>
              </a:lnSpc>
            </a:pPr>
            <a:r>
              <a:rPr lang="en-US" sz="2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-25400" y="9677400"/>
            <a:ext cx="18288000" cy="609600"/>
            <a:chOff x="0" y="0"/>
            <a:chExt cx="4816593" cy="160553"/>
          </a:xfrm>
          <a:solidFill>
            <a:srgbClr val="00B0F0"/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160553"/>
            </a:xfrm>
            <a:custGeom>
              <a:avLst/>
              <a:gdLst/>
              <a:ahLst/>
              <a:cxnLst/>
              <a:rect l="l" t="t" r="r" b="b"/>
              <a:pathLst>
                <a:path w="4816592" h="160553">
                  <a:moveTo>
                    <a:pt x="0" y="0"/>
                  </a:moveTo>
                  <a:lnTo>
                    <a:pt x="4816592" y="0"/>
                  </a:lnTo>
                  <a:lnTo>
                    <a:pt x="4816592" y="160553"/>
                  </a:lnTo>
                  <a:lnTo>
                    <a:pt x="0" y="16055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66675"/>
              <a:ext cx="4816593" cy="22722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24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6208849" y="9741484"/>
            <a:ext cx="5346634" cy="430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sz="2800" i="1" spc="600" dirty="0">
                <a:latin typeface="Gadugi" panose="020B0502040204020203" pitchFamily="34" charset="0"/>
                <a:ea typeface="Gadugi" panose="020B0502040204020203" pitchFamily="34" charset="0"/>
              </a:rPr>
              <a:t>HACK MARATHON </a:t>
            </a:r>
          </a:p>
        </p:txBody>
      </p:sp>
      <p:sp>
        <p:nvSpPr>
          <p:cNvPr id="11" name="AutoShape 2">
            <a:extLst>
              <a:ext uri="{FF2B5EF4-FFF2-40B4-BE49-F238E27FC236}">
                <a16:creationId xmlns:a16="http://schemas.microsoft.com/office/drawing/2014/main" id="{187B25F3-CC47-46AE-931C-ABAC8CBCE9F2}"/>
              </a:ext>
            </a:extLst>
          </p:cNvPr>
          <p:cNvSpPr/>
          <p:nvPr/>
        </p:nvSpPr>
        <p:spPr>
          <a:xfrm rot="76301" flipV="1">
            <a:off x="1029682" y="1616736"/>
            <a:ext cx="6284538" cy="158135"/>
          </a:xfrm>
          <a:prstGeom prst="line">
            <a:avLst/>
          </a:prstGeom>
          <a:ln w="57150" cap="rnd">
            <a:solidFill>
              <a:schemeClr val="accent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7402592-4467-4217-B6D9-896CBE1841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69375" y="114300"/>
            <a:ext cx="2133600" cy="24383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>
            <a:extLst>
              <a:ext uri="{FF2B5EF4-FFF2-40B4-BE49-F238E27FC236}">
                <a16:creationId xmlns:a16="http://schemas.microsoft.com/office/drawing/2014/main" id="{B906F419-9A35-4ED5-80FF-81862CFF85E2}"/>
              </a:ext>
            </a:extLst>
          </p:cNvPr>
          <p:cNvGrpSpPr/>
          <p:nvPr/>
        </p:nvGrpSpPr>
        <p:grpSpPr>
          <a:xfrm>
            <a:off x="0" y="9842500"/>
            <a:ext cx="18288000" cy="609600"/>
            <a:chOff x="0" y="0"/>
            <a:chExt cx="4816593" cy="160553"/>
          </a:xfrm>
          <a:solidFill>
            <a:srgbClr val="00B0F0"/>
          </a:solidFill>
        </p:grpSpPr>
        <p:sp>
          <p:nvSpPr>
            <p:cNvPr id="3" name="Freeform 7">
              <a:extLst>
                <a:ext uri="{FF2B5EF4-FFF2-40B4-BE49-F238E27FC236}">
                  <a16:creationId xmlns:a16="http://schemas.microsoft.com/office/drawing/2014/main" id="{B54CBCF4-470B-44AA-874F-813B6446E669}"/>
                </a:ext>
              </a:extLst>
            </p:cNvPr>
            <p:cNvSpPr/>
            <p:nvPr/>
          </p:nvSpPr>
          <p:spPr>
            <a:xfrm>
              <a:off x="0" y="0"/>
              <a:ext cx="4816592" cy="160553"/>
            </a:xfrm>
            <a:custGeom>
              <a:avLst/>
              <a:gdLst/>
              <a:ahLst/>
              <a:cxnLst/>
              <a:rect l="l" t="t" r="r" b="b"/>
              <a:pathLst>
                <a:path w="4816592" h="160553">
                  <a:moveTo>
                    <a:pt x="0" y="0"/>
                  </a:moveTo>
                  <a:lnTo>
                    <a:pt x="4816592" y="0"/>
                  </a:lnTo>
                  <a:lnTo>
                    <a:pt x="4816592" y="160553"/>
                  </a:lnTo>
                  <a:lnTo>
                    <a:pt x="0" y="16055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8">
              <a:extLst>
                <a:ext uri="{FF2B5EF4-FFF2-40B4-BE49-F238E27FC236}">
                  <a16:creationId xmlns:a16="http://schemas.microsoft.com/office/drawing/2014/main" id="{677CA67A-52BB-4A5E-A960-6DEF764FF7C5}"/>
                </a:ext>
              </a:extLst>
            </p:cNvPr>
            <p:cNvSpPr txBox="1"/>
            <p:nvPr/>
          </p:nvSpPr>
          <p:spPr>
            <a:xfrm>
              <a:off x="0" y="-66675"/>
              <a:ext cx="4816593" cy="22722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24"/>
                </a:lnSpc>
              </a:pPr>
              <a:endParaRPr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75BE7114-C974-4F6A-8C56-16F91D1B96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69375" y="114300"/>
            <a:ext cx="2133600" cy="24383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77130CD-4414-44A3-83D7-A568870742D4}"/>
              </a:ext>
            </a:extLst>
          </p:cNvPr>
          <p:cNvSpPr txBox="1"/>
          <p:nvPr/>
        </p:nvSpPr>
        <p:spPr>
          <a:xfrm>
            <a:off x="914400" y="783202"/>
            <a:ext cx="9144000" cy="972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7697"/>
              </a:lnSpc>
            </a:pPr>
            <a:r>
              <a:rPr lang="en-US" sz="4800" b="1" dirty="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APPLICATION</a:t>
            </a:r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EEFBD729-D037-4088-9321-8A1B71F52947}"/>
              </a:ext>
            </a:extLst>
          </p:cNvPr>
          <p:cNvSpPr/>
          <p:nvPr/>
        </p:nvSpPr>
        <p:spPr>
          <a:xfrm rot="76301" flipV="1">
            <a:off x="914633" y="1799207"/>
            <a:ext cx="3885734" cy="64148"/>
          </a:xfrm>
          <a:prstGeom prst="line">
            <a:avLst/>
          </a:prstGeom>
          <a:ln w="57150" cap="rnd">
            <a:solidFill>
              <a:schemeClr val="accent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A7607B-424C-476E-B94E-D71522D359F3}"/>
              </a:ext>
            </a:extLst>
          </p:cNvPr>
          <p:cNvSpPr txBox="1"/>
          <p:nvPr/>
        </p:nvSpPr>
        <p:spPr>
          <a:xfrm>
            <a:off x="6096000" y="9725680"/>
            <a:ext cx="9347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i="1" spc="600" dirty="0">
                <a:latin typeface="Gadugi" panose="020B0502040204020203" pitchFamily="34" charset="0"/>
                <a:ea typeface="Gadugi" panose="020B0502040204020203" pitchFamily="34" charset="0"/>
              </a:rPr>
              <a:t>HACK MARATHON </a:t>
            </a:r>
          </a:p>
        </p:txBody>
      </p:sp>
    </p:spTree>
    <p:extLst>
      <p:ext uri="{BB962C8B-B14F-4D97-AF65-F5344CB8AC3E}">
        <p14:creationId xmlns:p14="http://schemas.microsoft.com/office/powerpoint/2010/main" val="13147236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446034" y="1299545"/>
            <a:ext cx="9926261" cy="967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53"/>
              </a:lnSpc>
            </a:pPr>
            <a:r>
              <a:rPr lang="en-US" sz="4800" b="1" dirty="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Team Member Details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46034" y="2635424"/>
            <a:ext cx="5448256" cy="5018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59"/>
              </a:lnSpc>
            </a:pPr>
            <a:r>
              <a:rPr lang="en-US" sz="2663" b="1" dirty="0">
                <a:solidFill>
                  <a:schemeClr val="tx2">
                    <a:lumMod val="75000"/>
                  </a:schemeClr>
                </a:solidFill>
                <a:latin typeface="Cambria Bold"/>
                <a:ea typeface="Cambria Bold"/>
                <a:cs typeface="Cambria Bold"/>
                <a:sym typeface="Cambria Bold"/>
              </a:rPr>
              <a:t>Team Leader Name:</a:t>
            </a:r>
          </a:p>
          <a:p>
            <a:pPr algn="l">
              <a:lnSpc>
                <a:spcPts val="6659"/>
              </a:lnSpc>
            </a:pPr>
            <a:r>
              <a:rPr lang="en-US" sz="2663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Branch: 	Stream: 	Year: </a:t>
            </a:r>
          </a:p>
          <a:p>
            <a:pPr algn="l">
              <a:lnSpc>
                <a:spcPts val="6659"/>
              </a:lnSpc>
            </a:pPr>
            <a:r>
              <a:rPr lang="en-US" sz="2663" b="1" dirty="0">
                <a:solidFill>
                  <a:schemeClr val="tx2">
                    <a:lumMod val="75000"/>
                  </a:schemeClr>
                </a:solidFill>
                <a:latin typeface="Cambria Bold"/>
                <a:ea typeface="Cambria Bold"/>
                <a:cs typeface="Cambria Bold"/>
                <a:sym typeface="Cambria Bold"/>
              </a:rPr>
              <a:t>Team Member 1 Name: </a:t>
            </a:r>
          </a:p>
          <a:p>
            <a:pPr algn="l">
              <a:lnSpc>
                <a:spcPts val="6659"/>
              </a:lnSpc>
            </a:pPr>
            <a:r>
              <a:rPr lang="en-US" sz="2663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Branch: 	Stream: 	Year:  </a:t>
            </a:r>
          </a:p>
          <a:p>
            <a:pPr algn="l">
              <a:lnSpc>
                <a:spcPts val="6659"/>
              </a:lnSpc>
            </a:pPr>
            <a:r>
              <a:rPr lang="en-US" sz="2663" b="1" dirty="0">
                <a:solidFill>
                  <a:schemeClr val="tx2">
                    <a:lumMod val="75000"/>
                  </a:schemeClr>
                </a:solidFill>
                <a:latin typeface="Cambria Bold"/>
                <a:ea typeface="Cambria Bold"/>
                <a:cs typeface="Cambria Bold"/>
                <a:sym typeface="Cambria Bold"/>
              </a:rPr>
              <a:t>Team Member 2 Name: </a:t>
            </a:r>
          </a:p>
          <a:p>
            <a:pPr algn="l">
              <a:lnSpc>
                <a:spcPts val="6659"/>
              </a:lnSpc>
            </a:pPr>
            <a:r>
              <a:rPr lang="en-US" sz="2663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Branch: 	Stream: 	Year: 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0" y="9842500"/>
            <a:ext cx="18288000" cy="609600"/>
            <a:chOff x="0" y="0"/>
            <a:chExt cx="4816593" cy="160553"/>
          </a:xfrm>
          <a:solidFill>
            <a:srgbClr val="00B0F0"/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160553"/>
            </a:xfrm>
            <a:custGeom>
              <a:avLst/>
              <a:gdLst/>
              <a:ahLst/>
              <a:cxnLst/>
              <a:rect l="l" t="t" r="r" b="b"/>
              <a:pathLst>
                <a:path w="4816592" h="160553">
                  <a:moveTo>
                    <a:pt x="0" y="0"/>
                  </a:moveTo>
                  <a:lnTo>
                    <a:pt x="4816592" y="0"/>
                  </a:lnTo>
                  <a:lnTo>
                    <a:pt x="4816592" y="160553"/>
                  </a:lnTo>
                  <a:lnTo>
                    <a:pt x="0" y="16055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66675"/>
              <a:ext cx="4816593" cy="22722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24"/>
                </a:lnSpc>
              </a:pPr>
              <a:endParaRPr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255C859B-1618-47B0-8473-A008AB3CB7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69375" y="114300"/>
            <a:ext cx="2133600" cy="2438399"/>
          </a:xfrm>
          <a:prstGeom prst="rect">
            <a:avLst/>
          </a:prstGeom>
        </p:spPr>
      </p:pic>
      <p:sp>
        <p:nvSpPr>
          <p:cNvPr id="11" name="AutoShape 2">
            <a:extLst>
              <a:ext uri="{FF2B5EF4-FFF2-40B4-BE49-F238E27FC236}">
                <a16:creationId xmlns:a16="http://schemas.microsoft.com/office/drawing/2014/main" id="{BB236627-BFFE-4DA6-AE70-D89D38F93BA2}"/>
              </a:ext>
            </a:extLst>
          </p:cNvPr>
          <p:cNvSpPr/>
          <p:nvPr/>
        </p:nvSpPr>
        <p:spPr>
          <a:xfrm rot="76301" flipV="1">
            <a:off x="1447313" y="2197704"/>
            <a:ext cx="6220441" cy="184339"/>
          </a:xfrm>
          <a:prstGeom prst="line">
            <a:avLst/>
          </a:prstGeom>
          <a:ln w="57150" cap="rnd">
            <a:solidFill>
              <a:schemeClr val="accent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13701A-D11B-47E0-9715-913854F0FC34}"/>
              </a:ext>
            </a:extLst>
          </p:cNvPr>
          <p:cNvSpPr txBox="1"/>
          <p:nvPr/>
        </p:nvSpPr>
        <p:spPr>
          <a:xfrm>
            <a:off x="6383764" y="9759111"/>
            <a:ext cx="9347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i="1" spc="600" dirty="0">
                <a:latin typeface="Gadugi" panose="020B0502040204020203" pitchFamily="34" charset="0"/>
                <a:ea typeface="Gadugi" panose="020B0502040204020203" pitchFamily="34" charset="0"/>
              </a:rPr>
              <a:t>HACK</a:t>
            </a:r>
            <a:r>
              <a:rPr lang="en-IN" i="1" spc="600" dirty="0">
                <a:latin typeface="Gadugi" panose="020B0502040204020203" pitchFamily="34" charset="0"/>
                <a:ea typeface="Gadugi" panose="020B0502040204020203" pitchFamily="34" charset="0"/>
              </a:rPr>
              <a:t> </a:t>
            </a:r>
            <a:r>
              <a:rPr lang="en-IN" sz="2800" i="1" spc="600" dirty="0">
                <a:latin typeface="Gadugi" panose="020B0502040204020203" pitchFamily="34" charset="0"/>
                <a:ea typeface="Gadugi" panose="020B0502040204020203" pitchFamily="34" charset="0"/>
              </a:rPr>
              <a:t>MARATHON</a:t>
            </a:r>
            <a:r>
              <a:rPr lang="en-IN" i="1" spc="600" dirty="0">
                <a:latin typeface="Gadugi" panose="020B0502040204020203" pitchFamily="34" charset="0"/>
                <a:ea typeface="Gadugi" panose="020B0502040204020203" pitchFamily="34" charset="0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118</Words>
  <Application>Microsoft Office PowerPoint</Application>
  <PresentationFormat>Custom</PresentationFormat>
  <Paragraphs>69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Cambria</vt:lpstr>
      <vt:lpstr>Gadugi</vt:lpstr>
      <vt:lpstr>Arial Bold</vt:lpstr>
      <vt:lpstr>Cambria Bold</vt:lpstr>
      <vt:lpstr>Calibri</vt:lpstr>
      <vt:lpstr>Bookman Old Style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SRCAS HACKATHON 2.0.potx</dc:title>
  <dc:creator>Lenovo</dc:creator>
  <cp:lastModifiedBy>pratheep Kanna</cp:lastModifiedBy>
  <cp:revision>3</cp:revision>
  <dcterms:created xsi:type="dcterms:W3CDTF">2006-08-16T00:00:00Z</dcterms:created>
  <dcterms:modified xsi:type="dcterms:W3CDTF">2025-12-21T14:12:25Z</dcterms:modified>
  <dc:identifier>DAG4EuKCp_0</dc:identifier>
</cp:coreProperties>
</file>